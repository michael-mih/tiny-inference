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Arial"/>
              </a:rPr>
              <a:t>Final inference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6F7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Latency (s)</c:v>
                  </c:pt>
                  <c:pt idx="1">
                    <c:v>Peak VRAM (GB)</c:v>
                  </c:pt>
                  <c:pt idx="2">
                    <c:v>Tokens/sec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8.60</c:v>
                </c:pt>
                <c:pt idx="1">
                  <c:v>11.97</c:v>
                </c:pt>
                <c:pt idx="2">
                  <c:v>16.63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C75B2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Latency (s)</c:v>
                  </c:pt>
                  <c:pt idx="1">
                    <c:v>Peak VRAM (GB)</c:v>
                  </c:pt>
                  <c:pt idx="2">
                    <c:v>Tokens/sec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2.55</c:v>
                </c:pt>
                <c:pt idx="1">
                  <c:v>12.16</c:v>
                </c:pt>
                <c:pt idx="2">
                  <c:v>28.66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Final Project  ·  Spring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Inference: Low-Latency LLM Planning for Robot Actions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Qwen2.5-3B JSON plan inference from 8.60s to 2.55s per request with vLLM fp16 prefix caching.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Inference Team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Mih · mjm2442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https://github.com/michael-mih/tiny-inference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 Weights &amp; Biases project tiny-inference-latency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Kaoutar El Maghraoui  ·  Columbia University  ·  Week of May 4,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LLM planning for robotics.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tasks need responsive language-to-action planning.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Multi-second LLM decode delays slow demos and operator interaction.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HF Transformers fp32 generation took 8.60s per warmed request.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Qwen2.5-3B-Instruct JSON plan inference for batch-1 robot prompts on a Tesla T4.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&gt;=2x lower latency at same JSON schema validity; achieved 3.38x vs fp32 baseline.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— Model &amp;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Batch-1 inference workload; no model training.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Qwen2.5-3B-Instruct, decoder-only CausalLM; HF Transformers baseline and vLLM optimized path.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44568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Prompt/schema workload: natural-language pick/place tasks -&gt; JSON plan with PICK, MOVE_TO, PLACE; 146 input tokens in final benchmark.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74736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3336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NVIDIA Tesla T4 16GB, Debian 11, PyTorch 2.6.0+cu124, CUDA 12.4, Transformers, vLLM.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— Optimizations Applied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 tested and kept when they improved latency.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precision lowered memory bandwidth and model footprint; best Hugging Face path used bf16/fp16.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+ Prefix Caching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serving/decode path and reused the static prompt prefix across repeated requests.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Generation Trimming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5212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schema prompt, no repair pass by default, and JSON-aware stopping reduced token work.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inference only: model loaded, prompt prepared, warmups complete.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benchmark.py with CUDA synchronize around generate()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engine logs and scheduler configuration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nvidia-smi / NVML telemetry where available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for run-level tracking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captured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p50, p95 latency; output tokens/sec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GPU utilization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GPU memory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latency vs warmed generation latency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validity and ROS plan expansion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Headline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final run: fp32 Transformers baseline vs optimized vLLM prefix caching.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3.38x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8.60s -&gt; 2.55s avg latency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5968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1.49x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315968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HF mixed precision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15968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3.80s -&gt; 2.55s avg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74736" y="228600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174736" y="384048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GPU memory tradeoff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74736" y="42519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11.97GB -&gt; 12.16GB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timed runs, 3 warmups, batch=1 on Tesla T4; optimized uses vLLM fp16 prefix caching.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Before vs. After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rows from W&amp;B latency_reports table.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7132320" cy="4297680"/>
        </p:xfrm>
        <a:graphic>
          <a:graphicData uri="http://schemas.openxmlformats.org/drawingml/2006/chart">
            <ns2:chart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0" y="22860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Transformers: 8601 ms; HF mixed precision: 3805 ms; optimized vLLM prefix caching: 2547 ms.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final gain came from vLLM + prefix caching after mixed precision plateaued.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vLLM setup was ~34.9s and peak VRAM increased slightly; persistent server amortizes this.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Evidence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Profiler/timing evidence from benchmark.py and engine logs.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7772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window: CUDA sync -&gt; generate_prepared_token_count() -&gt; CUDA sync; tokenization/model load excluded.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582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200" y="228600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HF generate loop dominated warmed request latency; fp32 baseline 8.60s avg.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useful fusion win: torch.compile matched mixed precision (~3.8s).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gap shrank in serving path: vLLM reached 100% avg GPU utilization in final run.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caching avoids recomputing the shared prompt/schema prefix across repeated requests.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Visualization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path: optimized prompt server feeds the ROS/Gazebo pick-place node.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-&gt; JSON plan -&gt; ROS plan_schema expansion -&gt; symbolic Panda pick/place in Gazebo.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291840"/>
            <a:ext cx="76169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checked-in demo_plan.json or generated /tmp/tiny_inference_plan.json.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preloaded in prompt_inference_server.py; no downloads during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red/blue boxes move to round/square tables from the generated plan.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failed, and what changed after profiling.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prefix caching was the best latency improvement for this batch-1 serving setup.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prompt server matters: setup cost is high but amortized over requests.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output tokens exposed hidden latency from over-large generation caps.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torch.compile and SDPA were essentially flat for this short autoregressive workload.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quantization regressed latency/OOMed; FlashAttention hit toolchain/glibc constraints.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defaults assumed high concurrency; T4 needed fp16 and max_num_seqs=1.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follow-ups to improve latency and robustness.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Qwen2.5-1.5B/0.5B or distill the planner to a smaller model.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constrained JSON / grammar decoding in vLLM to guarantee validity and stop earlier.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larger set of robot instructions and measure real ROS end-to-end latency.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contribution summary.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457200" y="182880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2336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contributions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/ artifacts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Mih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Benchmarking, inference optimization, vLLM prefix caching, ROS integration, W&amp;B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src/benchmark.py; src/language_to_action.py; src/prompt_inference_server.py; ros2_ws/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Prompt/schema design, results synthesis, 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etc/transform_prompt; README.md; W&amp;B latency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Collaboration: solo project; iterative benchmark/code review workflow with W&amp;B tracking and Git history.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https://github.com/michael-mih/tiny-inference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 Weights &amp; Biases project tiny-inference-latency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slide. Use for Q&amp;A. Add more backup slides as needed.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val="1579011935"/>
              </p:ext>
            </p:extLst>
          </p:nvPr>
        </p:nvGraphicFramePr>
        <p:xfrm>
          <a:off x="457200" y="182880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023360"/>
                <a:gridCol w="40507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 + vLLM prefix caching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(inference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(inference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 input tokens; max_new_tokens=256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 input tokens; avg output=73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/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warmups + 10 timed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warmups + 10 timed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Tesla T4 16GB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Tesla T4 16GB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2.6, CUDA 12.4, HF Transformers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vLLM, fp16, prefix caching, max_num_seqs=1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Tiny Inference: Low-Latency LLM Planning for Robot Actions</dc:title>
  <dc:subject>HPML Final Project presentation</dc:subject>
  <dc:creator>Dr. Kaoutar El Maghraoui</dc:creator>
  <ns0:lastModifiedBy>Dr. Kaoutar El Maghraoui</ns0:lastModifiedBy>
  <ns0:revision>1</ns0:revision>
  <ns2:created xsi:type="dcterms:W3CDTF">2026-05-03T03:17:50Z</ns2:created>
  <ns2:modified xsi:type="dcterms:W3CDTF">2026-05-03T03:17:50Z</ns2:modified>
</ns0:coreProperties>
</file>